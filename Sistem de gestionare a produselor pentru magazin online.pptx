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61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3" d="100"/>
          <a:sy n="73" d="100"/>
        </p:scale>
        <p:origin x="86" y="173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ouă tipuri de conțin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/>
          <a:p>
            <a:r>
              <a:rPr lang="en-US" sz="2600" err="1"/>
              <a:t>Sistem</a:t>
            </a:r>
            <a:r>
              <a:rPr lang="en-US" sz="2600"/>
              <a:t> de </a:t>
            </a:r>
            <a:r>
              <a:rPr lang="en-US" sz="2600" err="1"/>
              <a:t>gestionare</a:t>
            </a:r>
            <a:r>
              <a:rPr lang="en-US" sz="2600"/>
              <a:t> a </a:t>
            </a:r>
            <a:r>
              <a:rPr lang="en-US" sz="2600" err="1"/>
              <a:t>produselor</a:t>
            </a:r>
            <a:r>
              <a:rPr lang="en-US" sz="2600"/>
              <a:t> </a:t>
            </a:r>
            <a:r>
              <a:rPr lang="en-US" sz="2600" err="1"/>
              <a:t>pentru</a:t>
            </a:r>
            <a:r>
              <a:rPr lang="en-US" sz="2600"/>
              <a:t> </a:t>
            </a:r>
            <a:r>
              <a:rPr lang="en-US" sz="2600" err="1"/>
              <a:t>magazin</a:t>
            </a:r>
            <a:r>
              <a:rPr lang="en-US" sz="2600"/>
              <a:t> online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/>
          <a:p>
            <a:r>
              <a:rPr lang="en-US" dirty="0" err="1"/>
              <a:t>Coordonator</a:t>
            </a:r>
            <a:r>
              <a:rPr lang="en-US" dirty="0"/>
              <a:t>: Olteanu Gabriela</a:t>
            </a:r>
            <a:br>
              <a:rPr lang="en-US" dirty="0"/>
            </a:br>
            <a:r>
              <a:rPr lang="en-US" dirty="0"/>
              <a:t>Student: Cristescu Robert Alexandru</a:t>
            </a:r>
            <a:br>
              <a:rPr lang="en-US" dirty="0"/>
            </a:br>
            <a:r>
              <a:rPr lang="en-US" dirty="0" err="1"/>
              <a:t>Specializare</a:t>
            </a:r>
            <a:r>
              <a:rPr lang="en-US" dirty="0"/>
              <a:t>: </a:t>
            </a:r>
            <a:r>
              <a:rPr lang="en-US" dirty="0" err="1"/>
              <a:t>Automatica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Informatica </a:t>
            </a:r>
            <a:r>
              <a:rPr lang="en-US" dirty="0" err="1"/>
              <a:t>Aplicata</a:t>
            </a:r>
            <a:br>
              <a:rPr lang="en-US" dirty="0"/>
            </a:b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B43402A-E3E2-4D48-4ADB-80CFC9A3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Cuprins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>
            <a:normAutofit/>
          </a:bodyPr>
          <a:lstStyle/>
          <a:p>
            <a:r>
              <a:rPr lang="en-US" sz="2000" err="1"/>
              <a:t>Structura</a:t>
            </a:r>
            <a:r>
              <a:rPr lang="en-US" sz="2000"/>
              <a:t> </a:t>
            </a:r>
            <a:r>
              <a:rPr lang="en-US" sz="2000" err="1"/>
              <a:t>prezentării</a:t>
            </a:r>
            <a:r>
              <a:rPr lang="en-US" sz="2000"/>
              <a:t>:</a:t>
            </a:r>
          </a:p>
          <a:p>
            <a:r>
              <a:rPr lang="en-US" sz="2000" err="1"/>
              <a:t>Introducere</a:t>
            </a:r>
            <a:r>
              <a:rPr lang="en-US" sz="2000"/>
              <a:t> </a:t>
            </a:r>
          </a:p>
          <a:p>
            <a:r>
              <a:rPr lang="en-US" sz="2000"/>
              <a:t>Analiza </a:t>
            </a:r>
            <a:r>
              <a:rPr lang="en-US" sz="2000" err="1"/>
              <a:t>soluțiilor</a:t>
            </a:r>
            <a:r>
              <a:rPr lang="en-US" sz="2000"/>
              <a:t> </a:t>
            </a:r>
            <a:r>
              <a:rPr lang="en-US" sz="2000" err="1"/>
              <a:t>existente</a:t>
            </a:r>
            <a:r>
              <a:rPr lang="en-US" sz="2000"/>
              <a:t> </a:t>
            </a:r>
          </a:p>
          <a:p>
            <a:r>
              <a:rPr lang="en-US" sz="2000" err="1"/>
              <a:t>Tehnologii</a:t>
            </a:r>
            <a:r>
              <a:rPr lang="en-US" sz="2000"/>
              <a:t> </a:t>
            </a:r>
            <a:r>
              <a:rPr lang="en-US" sz="2000" err="1"/>
              <a:t>utilizate</a:t>
            </a:r>
            <a:r>
              <a:rPr lang="en-US" sz="2000"/>
              <a:t> </a:t>
            </a:r>
          </a:p>
          <a:p>
            <a:r>
              <a:rPr lang="en-US" sz="2000" err="1"/>
              <a:t>Funcționalități</a:t>
            </a:r>
            <a:r>
              <a:rPr lang="en-US" sz="2000"/>
              <a:t> </a:t>
            </a:r>
            <a:r>
              <a:rPr lang="en-US" sz="2000" err="1"/>
              <a:t>principale</a:t>
            </a:r>
            <a:r>
              <a:rPr lang="en-US" sz="2000"/>
              <a:t> </a:t>
            </a:r>
          </a:p>
          <a:p>
            <a:r>
              <a:rPr lang="en-US" sz="2000" err="1"/>
              <a:t>Arhitectura</a:t>
            </a:r>
            <a:r>
              <a:rPr lang="en-US" sz="2000"/>
              <a:t> </a:t>
            </a:r>
            <a:r>
              <a:rPr lang="en-US" sz="2000" err="1"/>
              <a:t>sistemului</a:t>
            </a:r>
            <a:r>
              <a:rPr lang="en-US" sz="2000"/>
              <a:t> </a:t>
            </a:r>
          </a:p>
          <a:p>
            <a:r>
              <a:rPr lang="en-US" sz="2000" err="1"/>
              <a:t>Scenarii</a:t>
            </a:r>
            <a:r>
              <a:rPr lang="en-US" sz="2000"/>
              <a:t> de </a:t>
            </a:r>
            <a:r>
              <a:rPr lang="en-US" sz="2000" err="1"/>
              <a:t>utilizare</a:t>
            </a:r>
            <a:r>
              <a:rPr lang="en-US" sz="2000"/>
              <a:t> </a:t>
            </a:r>
          </a:p>
          <a:p>
            <a:r>
              <a:rPr lang="en-US" sz="2000"/>
              <a:t>Demonstrație </a:t>
            </a:r>
            <a:r>
              <a:rPr lang="en-US" sz="2000" err="1"/>
              <a:t>aplicație</a:t>
            </a:r>
            <a:r>
              <a:rPr lang="en-US" sz="2000"/>
              <a:t> </a:t>
            </a:r>
          </a:p>
          <a:p>
            <a:r>
              <a:rPr lang="en-US" sz="2000" err="1"/>
              <a:t>Concluzii</a:t>
            </a:r>
            <a:r>
              <a:rPr lang="en-US" sz="2000"/>
              <a:t> </a:t>
            </a:r>
            <a:r>
              <a:rPr lang="en-US" sz="2000" err="1"/>
              <a:t>și</a:t>
            </a:r>
            <a:r>
              <a:rPr lang="en-US" sz="2000"/>
              <a:t> </a:t>
            </a:r>
            <a:r>
              <a:rPr lang="en-US" sz="2000" err="1"/>
              <a:t>dezvoltări</a:t>
            </a:r>
            <a:r>
              <a:rPr lang="en-US" sz="2000"/>
              <a:t> </a:t>
            </a:r>
            <a:r>
              <a:rPr lang="en-US" sz="2000" err="1"/>
              <a:t>viitoare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Introducere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5162549" cy="369728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 err="1"/>
              <a:t>Digitalizarea</a:t>
            </a:r>
            <a:r>
              <a:rPr lang="en-US" sz="2000" b="1" dirty="0"/>
              <a:t> </a:t>
            </a:r>
            <a:r>
              <a:rPr lang="en-US" sz="2000" b="1" dirty="0" err="1"/>
              <a:t>gestionării</a:t>
            </a:r>
            <a:r>
              <a:rPr lang="en-US" sz="2000" b="1" dirty="0"/>
              <a:t> </a:t>
            </a:r>
            <a:r>
              <a:rPr lang="en-US" sz="2000" b="1" dirty="0" err="1"/>
              <a:t>produselor</a:t>
            </a:r>
            <a:endParaRPr lang="en-US" sz="2000" dirty="0"/>
          </a:p>
          <a:p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contextul</a:t>
            </a:r>
            <a:r>
              <a:rPr lang="en-US" sz="2000" dirty="0"/>
              <a:t> </a:t>
            </a:r>
            <a:r>
              <a:rPr lang="en-US" sz="2000" dirty="0" err="1"/>
              <a:t>dezvoltării</a:t>
            </a:r>
            <a:r>
              <a:rPr lang="en-US" sz="2000" dirty="0"/>
              <a:t> </a:t>
            </a:r>
            <a:r>
              <a:rPr lang="en-US" sz="2000" dirty="0" err="1"/>
              <a:t>comerțului</a:t>
            </a:r>
            <a:r>
              <a:rPr lang="en-US" sz="2000" dirty="0"/>
              <a:t> online, </a:t>
            </a:r>
            <a:r>
              <a:rPr lang="en-US" sz="2000" dirty="0" err="1"/>
              <a:t>gestionarea</a:t>
            </a:r>
            <a:r>
              <a:rPr lang="en-US" sz="2000" dirty="0"/>
              <a:t> </a:t>
            </a:r>
            <a:r>
              <a:rPr lang="en-US" sz="2000" dirty="0" err="1"/>
              <a:t>eficientă</a:t>
            </a:r>
            <a:r>
              <a:rPr lang="en-US" sz="2000" dirty="0"/>
              <a:t> a </a:t>
            </a:r>
            <a:r>
              <a:rPr lang="en-US" sz="2000" dirty="0" err="1"/>
              <a:t>produselor</a:t>
            </a:r>
            <a:r>
              <a:rPr lang="en-US" sz="2000" dirty="0"/>
              <a:t> </a:t>
            </a:r>
            <a:r>
              <a:rPr lang="en-US" sz="2000" dirty="0" err="1"/>
              <a:t>devine</a:t>
            </a:r>
            <a:r>
              <a:rPr lang="en-US" sz="2000" dirty="0"/>
              <a:t> </a:t>
            </a:r>
            <a:r>
              <a:rPr lang="en-US" sz="2000" dirty="0" err="1"/>
              <a:t>esențială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orice</a:t>
            </a:r>
            <a:r>
              <a:rPr lang="en-US" sz="2000" dirty="0"/>
              <a:t> </a:t>
            </a:r>
            <a:r>
              <a:rPr lang="en-US" sz="2000" dirty="0" err="1"/>
              <a:t>magazin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Aplicația</a:t>
            </a:r>
            <a:r>
              <a:rPr lang="en-US" sz="2000" dirty="0"/>
              <a:t> </a:t>
            </a:r>
            <a:r>
              <a:rPr lang="en-US" sz="2000" dirty="0" err="1"/>
              <a:t>propusă</a:t>
            </a:r>
            <a:r>
              <a:rPr lang="en-US" sz="2000" dirty="0"/>
              <a:t> </a:t>
            </a:r>
            <a:r>
              <a:rPr lang="en-US" sz="2000" dirty="0" err="1"/>
              <a:t>oferă</a:t>
            </a:r>
            <a:r>
              <a:rPr lang="en-US" sz="2000" dirty="0"/>
              <a:t> o </a:t>
            </a:r>
            <a:r>
              <a:rPr lang="en-US" sz="2000" dirty="0" err="1"/>
              <a:t>soluție</a:t>
            </a:r>
            <a:r>
              <a:rPr lang="en-US" sz="2000" dirty="0"/>
              <a:t> software care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administrarea</a:t>
            </a:r>
            <a:r>
              <a:rPr lang="en-US" sz="2000" dirty="0"/>
              <a:t> </a:t>
            </a:r>
            <a:r>
              <a:rPr lang="en-US" sz="2000" dirty="0" err="1"/>
              <a:t>centralizată</a:t>
            </a:r>
            <a:r>
              <a:rPr lang="en-US" sz="2000" dirty="0"/>
              <a:t> a </a:t>
            </a:r>
            <a:r>
              <a:rPr lang="en-US" sz="2000" dirty="0" err="1"/>
              <a:t>produselor</a:t>
            </a:r>
            <a:r>
              <a:rPr lang="en-US" sz="2000" dirty="0"/>
              <a:t>, </a:t>
            </a:r>
            <a:r>
              <a:rPr lang="en-US" sz="2000" dirty="0" err="1"/>
              <a:t>categoriilor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stocurilor</a:t>
            </a:r>
            <a:r>
              <a:rPr lang="en-US" sz="2000" dirty="0"/>
              <a:t>.</a:t>
            </a:r>
          </a:p>
          <a:p>
            <a:r>
              <a:rPr lang="en-US" sz="2000" dirty="0"/>
              <a:t>Prin </a:t>
            </a:r>
            <a:r>
              <a:rPr lang="en-US" sz="2000" dirty="0" err="1"/>
              <a:t>automatizarea</a:t>
            </a:r>
            <a:r>
              <a:rPr lang="en-US" sz="2000" dirty="0"/>
              <a:t> </a:t>
            </a:r>
            <a:r>
              <a:rPr lang="en-US" sz="2000" dirty="0" err="1"/>
              <a:t>proceselor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organizarea</a:t>
            </a:r>
            <a:r>
              <a:rPr lang="en-US" sz="2000" dirty="0"/>
              <a:t> </a:t>
            </a:r>
            <a:r>
              <a:rPr lang="en-US" sz="2000" dirty="0" err="1"/>
              <a:t>datelor</a:t>
            </a:r>
            <a:r>
              <a:rPr lang="en-US" sz="2000" dirty="0"/>
              <a:t>, </a:t>
            </a:r>
            <a:r>
              <a:rPr lang="en-US" sz="2000" dirty="0" err="1"/>
              <a:t>sistemul</a:t>
            </a:r>
            <a:r>
              <a:rPr lang="en-US" sz="2000" dirty="0"/>
              <a:t> </a:t>
            </a:r>
            <a:r>
              <a:rPr lang="en-US" sz="2000" dirty="0" err="1"/>
              <a:t>contribuie</a:t>
            </a:r>
            <a:r>
              <a:rPr lang="en-US" sz="2000" dirty="0"/>
              <a:t> la </a:t>
            </a:r>
            <a:r>
              <a:rPr lang="en-US" sz="2000" dirty="0" err="1"/>
              <a:t>reducerea</a:t>
            </a:r>
            <a:r>
              <a:rPr lang="en-US" sz="2000" dirty="0"/>
              <a:t> </a:t>
            </a:r>
            <a:r>
              <a:rPr lang="en-US" sz="2000" dirty="0" err="1"/>
              <a:t>timpului</a:t>
            </a:r>
            <a:r>
              <a:rPr lang="en-US" sz="2000" dirty="0"/>
              <a:t> de </a:t>
            </a:r>
            <a:r>
              <a:rPr lang="en-US" sz="2000" dirty="0" err="1"/>
              <a:t>operare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la </a:t>
            </a:r>
            <a:r>
              <a:rPr lang="en-US" sz="2000" dirty="0" err="1"/>
              <a:t>creșterea</a:t>
            </a:r>
            <a:r>
              <a:rPr lang="en-US" sz="2000" dirty="0"/>
              <a:t> </a:t>
            </a:r>
            <a:r>
              <a:rPr lang="en-US" sz="2000" dirty="0" err="1"/>
              <a:t>eficienței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3EA2-BEFA-4297-7474-9251A28D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CF1B-E583-0AC0-BB0A-AA61A8AC3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Soluții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noutate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396074-EB42-B513-228A-8911CD03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E5F1-39F5-E4DE-959F-D95146EF2B2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9482960" cy="3697288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 err="1"/>
              <a:t>Soluții</a:t>
            </a:r>
            <a:r>
              <a:rPr lang="en-US" sz="2000" b="1" dirty="0"/>
              <a:t> </a:t>
            </a:r>
            <a:r>
              <a:rPr lang="en-US" sz="2000" b="1" dirty="0" err="1"/>
              <a:t>existente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 err="1"/>
              <a:t>Platforme</a:t>
            </a:r>
            <a:r>
              <a:rPr lang="en-US" sz="2000" dirty="0"/>
              <a:t> precum Shopify </a:t>
            </a:r>
            <a:r>
              <a:rPr lang="en-US" sz="2000" dirty="0" err="1"/>
              <a:t>și</a:t>
            </a:r>
            <a:r>
              <a:rPr lang="en-US" sz="2000" dirty="0"/>
              <a:t> WooCommerce </a:t>
            </a:r>
            <a:r>
              <a:rPr lang="en-US" sz="2000" dirty="0" err="1"/>
              <a:t>oferă</a:t>
            </a:r>
            <a:r>
              <a:rPr lang="en-US" sz="2000" dirty="0"/>
              <a:t> </a:t>
            </a:r>
            <a:r>
              <a:rPr lang="en-US" sz="2000" dirty="0" err="1"/>
              <a:t>funcționalități</a:t>
            </a:r>
            <a:r>
              <a:rPr lang="en-US" sz="2000" dirty="0"/>
              <a:t> complete </a:t>
            </a:r>
          </a:p>
          <a:p>
            <a:r>
              <a:rPr lang="en-US" sz="2000" dirty="0" err="1"/>
              <a:t>Acestea</a:t>
            </a:r>
            <a:r>
              <a:rPr lang="en-US" sz="2000" dirty="0"/>
              <a:t> sunt </a:t>
            </a:r>
            <a:r>
              <a:rPr lang="en-US" sz="2000" dirty="0" err="1"/>
              <a:t>adesea</a:t>
            </a:r>
            <a:r>
              <a:rPr lang="en-US" sz="2000" dirty="0"/>
              <a:t> </a:t>
            </a:r>
            <a:r>
              <a:rPr lang="en-US" sz="2000" dirty="0" err="1"/>
              <a:t>complexe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dificil</a:t>
            </a:r>
            <a:r>
              <a:rPr lang="en-US" sz="2000" dirty="0"/>
              <a:t> de </a:t>
            </a:r>
            <a:r>
              <a:rPr lang="en-US" sz="2000" dirty="0" err="1"/>
              <a:t>personalizat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 err="1"/>
              <a:t>Limitări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 err="1"/>
              <a:t>interfețe</a:t>
            </a:r>
            <a:r>
              <a:rPr lang="en-US" sz="2000" dirty="0"/>
              <a:t> </a:t>
            </a:r>
            <a:r>
              <a:rPr lang="en-US" sz="2000" dirty="0" err="1"/>
              <a:t>încărcate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costuri</a:t>
            </a:r>
            <a:r>
              <a:rPr lang="en-US" sz="2000" dirty="0"/>
              <a:t> </a:t>
            </a:r>
            <a:r>
              <a:rPr lang="en-US" sz="2000" dirty="0" err="1"/>
              <a:t>ridicate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flexibilitate</a:t>
            </a:r>
            <a:r>
              <a:rPr lang="en-US" sz="2000" dirty="0"/>
              <a:t> </a:t>
            </a:r>
            <a:r>
              <a:rPr lang="en-US" sz="2000" dirty="0" err="1"/>
              <a:t>redusă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 err="1"/>
              <a:t>Soluția</a:t>
            </a:r>
            <a:r>
              <a:rPr lang="en-US" sz="2000" b="1" dirty="0"/>
              <a:t> </a:t>
            </a:r>
            <a:r>
              <a:rPr lang="en-US" sz="2000" b="1" dirty="0" err="1"/>
              <a:t>propusă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 err="1"/>
              <a:t>aplicație</a:t>
            </a:r>
            <a:r>
              <a:rPr lang="en-US" sz="2000" dirty="0"/>
              <a:t> </a:t>
            </a:r>
            <a:r>
              <a:rPr lang="en-US" sz="2000" dirty="0" err="1"/>
              <a:t>simplificată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modulară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orientată</a:t>
            </a:r>
            <a:r>
              <a:rPr lang="en-US" sz="2000" dirty="0"/>
              <a:t> pe </a:t>
            </a:r>
            <a:r>
              <a:rPr lang="en-US" sz="2000" dirty="0" err="1"/>
              <a:t>administrarea</a:t>
            </a:r>
            <a:r>
              <a:rPr lang="en-US" sz="2000" dirty="0"/>
              <a:t> </a:t>
            </a:r>
            <a:r>
              <a:rPr lang="en-US" sz="2000" dirty="0" err="1"/>
              <a:t>produselor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ușor</a:t>
            </a:r>
            <a:r>
              <a:rPr lang="en-US" sz="2000" dirty="0"/>
              <a:t> de </a:t>
            </a:r>
            <a:r>
              <a:rPr lang="en-US" sz="2000" dirty="0" err="1"/>
              <a:t>utilizat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extins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596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30A4-2B41-5523-5837-91A5E1E3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19F3-9D0E-BB92-16BF-4B54E67A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/>
          <a:p>
            <a:r>
              <a:rPr lang="en-US" dirty="0" err="1"/>
              <a:t>Tehnologii</a:t>
            </a:r>
            <a:r>
              <a:rPr lang="en-US" dirty="0"/>
              <a:t> </a:t>
            </a:r>
            <a:r>
              <a:rPr lang="en-US" dirty="0" err="1"/>
              <a:t>utilizate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8EF0B-7C47-65C1-DA0B-68D40F531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4" y="2924175"/>
            <a:ext cx="7683063" cy="2519363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 err="1"/>
              <a:t>Aplicația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dezvoltată</a:t>
            </a:r>
            <a:r>
              <a:rPr lang="en-US" sz="1800" dirty="0"/>
              <a:t> </a:t>
            </a:r>
            <a:r>
              <a:rPr lang="en-US" sz="1800" dirty="0" err="1"/>
              <a:t>utilizând</a:t>
            </a:r>
            <a:r>
              <a:rPr lang="en-US" sz="1800" dirty="0"/>
              <a:t> </a:t>
            </a:r>
            <a:r>
              <a:rPr lang="en-US" sz="1800" dirty="0" err="1"/>
              <a:t>tehnologii</a:t>
            </a:r>
            <a:r>
              <a:rPr lang="en-US" sz="1800" dirty="0"/>
              <a:t> </a:t>
            </a:r>
            <a:r>
              <a:rPr lang="en-US" sz="1800" dirty="0" err="1"/>
              <a:t>moderne</a:t>
            </a:r>
            <a:r>
              <a:rPr lang="en-US" sz="1800" dirty="0"/>
              <a:t>: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Backend: </a:t>
            </a:r>
            <a:r>
              <a:rPr lang="en-US" sz="1800" b="1" dirty="0"/>
              <a:t>Java + Spring Boot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dezvoltarea</a:t>
            </a:r>
            <a:r>
              <a:rPr lang="en-US" sz="1800" dirty="0"/>
              <a:t> </a:t>
            </a:r>
            <a:r>
              <a:rPr lang="en-US" sz="1800" dirty="0" err="1"/>
              <a:t>logicii</a:t>
            </a:r>
            <a:r>
              <a:rPr lang="en-US" sz="1800" dirty="0"/>
              <a:t> </a:t>
            </a:r>
            <a:r>
              <a:rPr lang="en-US" sz="1800" dirty="0" err="1"/>
              <a:t>aplicației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Frontend: </a:t>
            </a:r>
            <a:r>
              <a:rPr lang="en-US" sz="1800" b="1" dirty="0"/>
              <a:t>HTML, CSS, JavaScript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interfața</a:t>
            </a:r>
            <a:r>
              <a:rPr lang="en-US" sz="1800" dirty="0"/>
              <a:t> </a:t>
            </a:r>
            <a:r>
              <a:rPr lang="en-US" sz="1800" dirty="0" err="1"/>
              <a:t>utilizator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Bază</a:t>
            </a:r>
            <a:r>
              <a:rPr lang="en-US" sz="1800" dirty="0"/>
              <a:t> de date: </a:t>
            </a:r>
            <a:r>
              <a:rPr lang="en-US" sz="1800" b="1" dirty="0"/>
              <a:t>MySQL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stocarea</a:t>
            </a:r>
            <a:r>
              <a:rPr lang="en-US" sz="1800" dirty="0"/>
              <a:t> </a:t>
            </a:r>
            <a:r>
              <a:rPr lang="en-US" sz="1800" dirty="0" err="1"/>
              <a:t>datelor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API: </a:t>
            </a:r>
            <a:r>
              <a:rPr lang="en-US" sz="1800" b="1" dirty="0"/>
              <a:t>REST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comunicarea</a:t>
            </a:r>
            <a:r>
              <a:rPr lang="en-US" sz="1800" dirty="0"/>
              <a:t> </a:t>
            </a:r>
            <a:r>
              <a:rPr lang="en-US" sz="1800" dirty="0" err="1"/>
              <a:t>între</a:t>
            </a:r>
            <a:r>
              <a:rPr lang="en-US" sz="1800" dirty="0"/>
              <a:t> </a:t>
            </a:r>
            <a:r>
              <a:rPr lang="en-US" sz="1800" dirty="0" err="1"/>
              <a:t>componente</a:t>
            </a:r>
            <a:r>
              <a:rPr lang="en-US" sz="1800" dirty="0"/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 err="1"/>
              <a:t>Arhitectura</a:t>
            </a:r>
            <a:r>
              <a:rPr lang="en-US" sz="1800" dirty="0"/>
              <a:t> </a:t>
            </a:r>
            <a:r>
              <a:rPr lang="en-US" sz="1800" dirty="0" err="1"/>
              <a:t>aplicației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de tip </a:t>
            </a:r>
            <a:r>
              <a:rPr lang="en-US" sz="1800" b="1" dirty="0"/>
              <a:t>layered</a:t>
            </a:r>
            <a:r>
              <a:rPr lang="en-US" sz="1800" dirty="0"/>
              <a:t>, </a:t>
            </a:r>
            <a:r>
              <a:rPr lang="en-US" sz="1800" dirty="0" err="1"/>
              <a:t>ceea</a:t>
            </a:r>
            <a:r>
              <a:rPr lang="en-US" sz="1800" dirty="0"/>
              <a:t> </a:t>
            </a:r>
            <a:r>
              <a:rPr lang="en-US" sz="1800" dirty="0" err="1"/>
              <a:t>ce</a:t>
            </a:r>
            <a:r>
              <a:rPr lang="en-US" sz="1800" dirty="0"/>
              <a:t> </a:t>
            </a:r>
            <a:r>
              <a:rPr lang="en-US" sz="1800" dirty="0" err="1"/>
              <a:t>permite</a:t>
            </a:r>
            <a:r>
              <a:rPr lang="en-US" sz="1800" dirty="0"/>
              <a:t> </a:t>
            </a:r>
            <a:r>
              <a:rPr lang="en-US" sz="1800" dirty="0" err="1"/>
              <a:t>separarea</a:t>
            </a:r>
            <a:r>
              <a:rPr lang="en-US" sz="1800" dirty="0"/>
              <a:t> </a:t>
            </a:r>
            <a:r>
              <a:rPr lang="en-US" sz="1800" dirty="0" err="1"/>
              <a:t>responsabilităților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scalabilitate</a:t>
            </a:r>
            <a:r>
              <a:rPr lang="en-US" sz="1800" dirty="0"/>
              <a:t>.</a:t>
            </a:r>
          </a:p>
          <a:p>
            <a:pPr>
              <a:lnSpc>
                <a:spcPct val="110000"/>
              </a:lnSpc>
            </a:pPr>
            <a:endParaRPr lang="en-US" sz="10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0281CF9-626C-EF4D-C542-8A01EE7D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54E8-A6F2-B69D-0BAA-A973F3FB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E51F-59A7-10B9-A2DB-CAF449C1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Funcționalități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principale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453DFC4-E80A-1962-3E26-DBADEB0D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10541E67-6C25-F47C-985F-C644F272C78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 err="1"/>
              <a:t>Aplicația</a:t>
            </a:r>
            <a:r>
              <a:rPr lang="en-US" sz="2200" dirty="0"/>
              <a:t> </a:t>
            </a:r>
            <a:r>
              <a:rPr lang="en-US" sz="2200" dirty="0" err="1"/>
              <a:t>oferă</a:t>
            </a:r>
            <a:r>
              <a:rPr lang="en-US" sz="2200" dirty="0"/>
              <a:t> </a:t>
            </a:r>
            <a:r>
              <a:rPr lang="en-US" sz="2200" dirty="0" err="1"/>
              <a:t>următoarele</a:t>
            </a:r>
            <a:r>
              <a:rPr lang="en-US" sz="2200" dirty="0"/>
              <a:t> </a:t>
            </a:r>
            <a:r>
              <a:rPr lang="en-US" sz="2200" dirty="0" err="1"/>
              <a:t>funcționalități</a:t>
            </a:r>
            <a:r>
              <a:rPr lang="en-US" sz="2200" dirty="0"/>
              <a:t>:</a:t>
            </a:r>
          </a:p>
          <a:p>
            <a:r>
              <a:rPr lang="en-US" sz="2200" dirty="0" err="1"/>
              <a:t>autentificarea</a:t>
            </a:r>
            <a:r>
              <a:rPr lang="en-US" sz="2200" dirty="0"/>
              <a:t> </a:t>
            </a:r>
            <a:r>
              <a:rPr lang="en-US" sz="2200" dirty="0" err="1"/>
              <a:t>utilizatorilor</a:t>
            </a:r>
            <a:r>
              <a:rPr lang="en-US" sz="2200" dirty="0"/>
              <a:t>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acces</a:t>
            </a:r>
            <a:r>
              <a:rPr lang="en-US" sz="2200" dirty="0"/>
              <a:t> </a:t>
            </a:r>
            <a:r>
              <a:rPr lang="en-US" sz="2200" dirty="0" err="1"/>
              <a:t>securizat</a:t>
            </a:r>
            <a:r>
              <a:rPr lang="en-US" sz="2200" dirty="0"/>
              <a:t> </a:t>
            </a:r>
          </a:p>
          <a:p>
            <a:r>
              <a:rPr lang="en-US" sz="2200" dirty="0" err="1"/>
              <a:t>gestionarea</a:t>
            </a:r>
            <a:r>
              <a:rPr lang="en-US" sz="2200" dirty="0"/>
              <a:t> </a:t>
            </a:r>
            <a:r>
              <a:rPr lang="en-US" sz="2200" dirty="0" err="1"/>
              <a:t>produselor</a:t>
            </a:r>
            <a:r>
              <a:rPr lang="en-US" sz="2200" dirty="0"/>
              <a:t> (</a:t>
            </a:r>
            <a:r>
              <a:rPr lang="en-US" sz="2200" dirty="0" err="1"/>
              <a:t>creare</a:t>
            </a:r>
            <a:r>
              <a:rPr lang="en-US" sz="2200" dirty="0"/>
              <a:t>, </a:t>
            </a:r>
            <a:r>
              <a:rPr lang="en-US" sz="2200" dirty="0" err="1"/>
              <a:t>modificare</a:t>
            </a:r>
            <a:r>
              <a:rPr lang="en-US" sz="2200" dirty="0"/>
              <a:t>, </a:t>
            </a:r>
            <a:r>
              <a:rPr lang="en-US" sz="2200" dirty="0" err="1"/>
              <a:t>ștergere</a:t>
            </a:r>
            <a:r>
              <a:rPr lang="en-US" sz="2200" dirty="0"/>
              <a:t>) </a:t>
            </a:r>
          </a:p>
          <a:p>
            <a:r>
              <a:rPr lang="en-US" sz="2200" dirty="0" err="1"/>
              <a:t>organizarea</a:t>
            </a:r>
            <a:r>
              <a:rPr lang="en-US" sz="2200" dirty="0"/>
              <a:t> </a:t>
            </a:r>
            <a:r>
              <a:rPr lang="en-US" sz="2200" dirty="0" err="1"/>
              <a:t>produselor</a:t>
            </a:r>
            <a:r>
              <a:rPr lang="en-US" sz="2200" dirty="0"/>
              <a:t> pe </a:t>
            </a:r>
            <a:r>
              <a:rPr lang="en-US" sz="2200" dirty="0" err="1"/>
              <a:t>categorii</a:t>
            </a:r>
            <a:r>
              <a:rPr lang="en-US" sz="2200" dirty="0"/>
              <a:t> </a:t>
            </a:r>
          </a:p>
          <a:p>
            <a:r>
              <a:rPr lang="en-US" sz="2200" dirty="0" err="1"/>
              <a:t>vizualizarea</a:t>
            </a:r>
            <a:r>
              <a:rPr lang="en-US" sz="2200" dirty="0"/>
              <a:t> </a:t>
            </a:r>
            <a:r>
              <a:rPr lang="en-US" sz="2200" dirty="0" err="1"/>
              <a:t>detaliilor</a:t>
            </a:r>
            <a:r>
              <a:rPr lang="en-US" sz="2200" dirty="0"/>
              <a:t> </a:t>
            </a:r>
            <a:r>
              <a:rPr lang="en-US" sz="2200" dirty="0" err="1"/>
              <a:t>produselor</a:t>
            </a:r>
            <a:r>
              <a:rPr lang="en-US" sz="2200" dirty="0"/>
              <a:t> </a:t>
            </a:r>
          </a:p>
          <a:p>
            <a:r>
              <a:rPr lang="en-US" sz="2200" dirty="0" err="1"/>
              <a:t>gestionarea</a:t>
            </a:r>
            <a:r>
              <a:rPr lang="en-US" sz="2200" dirty="0"/>
              <a:t> </a:t>
            </a:r>
            <a:r>
              <a:rPr lang="en-US" sz="2200" dirty="0" err="1"/>
              <a:t>imaginilor</a:t>
            </a:r>
            <a:r>
              <a:rPr lang="en-US" sz="2200" dirty="0"/>
              <a:t> </a:t>
            </a:r>
            <a:r>
              <a:rPr lang="en-US" sz="2200" dirty="0" err="1"/>
              <a:t>asociate</a:t>
            </a:r>
            <a:r>
              <a:rPr lang="en-US" sz="2200" dirty="0"/>
              <a:t> </a:t>
            </a:r>
            <a:r>
              <a:rPr lang="en-US" sz="2200" dirty="0" err="1"/>
              <a:t>produselor</a:t>
            </a:r>
            <a:r>
              <a:rPr lang="en-US" sz="2200" dirty="0"/>
              <a:t> </a:t>
            </a:r>
          </a:p>
          <a:p>
            <a:r>
              <a:rPr lang="en-US" sz="2200" dirty="0" err="1"/>
              <a:t>monitorizarea</a:t>
            </a:r>
            <a:r>
              <a:rPr lang="en-US" sz="2200" dirty="0"/>
              <a:t> </a:t>
            </a:r>
            <a:r>
              <a:rPr lang="en-US" sz="2200" dirty="0" err="1"/>
              <a:t>stocurilor</a:t>
            </a:r>
            <a:r>
              <a:rPr lang="en-US" sz="2200" dirty="0"/>
              <a:t> </a:t>
            </a:r>
            <a:r>
              <a:rPr lang="en-US" sz="2200" dirty="0" err="1"/>
              <a:t>și</a:t>
            </a:r>
            <a:r>
              <a:rPr lang="en-US" sz="2200" dirty="0"/>
              <a:t> </a:t>
            </a:r>
            <a:r>
              <a:rPr lang="en-US" sz="2200" dirty="0" err="1"/>
              <a:t>istoricul</a:t>
            </a:r>
            <a:r>
              <a:rPr lang="en-US" sz="2200" dirty="0"/>
              <a:t> </a:t>
            </a:r>
            <a:r>
              <a:rPr lang="en-US" sz="2200" dirty="0" err="1"/>
              <a:t>modificărilor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r>
              <a:rPr lang="en-US" sz="2200" dirty="0" err="1"/>
              <a:t>Aceste</a:t>
            </a:r>
            <a:r>
              <a:rPr lang="en-US" sz="2200" dirty="0"/>
              <a:t> </a:t>
            </a:r>
            <a:r>
              <a:rPr lang="en-US" sz="2200" dirty="0" err="1"/>
              <a:t>funcționalități</a:t>
            </a:r>
            <a:r>
              <a:rPr lang="en-US" sz="2200" dirty="0"/>
              <a:t> permit </a:t>
            </a:r>
            <a:r>
              <a:rPr lang="en-US" sz="2200" dirty="0" err="1"/>
              <a:t>administrarea</a:t>
            </a:r>
            <a:r>
              <a:rPr lang="en-US" sz="2200" dirty="0"/>
              <a:t> </a:t>
            </a:r>
            <a:r>
              <a:rPr lang="en-US" sz="2200" dirty="0" err="1"/>
              <a:t>completă</a:t>
            </a:r>
            <a:r>
              <a:rPr lang="en-US" sz="2200" dirty="0"/>
              <a:t> a </a:t>
            </a:r>
            <a:r>
              <a:rPr lang="en-US" sz="2200" dirty="0" err="1"/>
              <a:t>produselor</a:t>
            </a:r>
            <a:r>
              <a:rPr lang="en-US" sz="2200" dirty="0"/>
              <a:t> </a:t>
            </a:r>
            <a:r>
              <a:rPr lang="en-US" sz="2200" dirty="0" err="1"/>
              <a:t>într</a:t>
            </a:r>
            <a:r>
              <a:rPr lang="en-US" sz="2200" dirty="0"/>
              <a:t>-un mod </a:t>
            </a:r>
            <a:r>
              <a:rPr lang="en-US" sz="2200" dirty="0" err="1"/>
              <a:t>eficient</a:t>
            </a:r>
            <a:r>
              <a:rPr lang="en-US" sz="2200" dirty="0"/>
              <a:t>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6444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9446A0-E20F-63F7-B180-663B898AA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Arhitectura</a:t>
            </a:r>
            <a:r>
              <a:rPr lang="en-US" dirty="0"/>
              <a:t> </a:t>
            </a:r>
            <a:r>
              <a:rPr lang="en-US" dirty="0" err="1"/>
              <a:t>sistemului</a:t>
            </a:r>
            <a:endParaRPr lang="en-US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AFA1A31E-AF70-31A0-A89D-C3E12D6B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D6A7227E-5033-04F3-9792-7E38B591FA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5162549" cy="3697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err="1"/>
              <a:t>Sistemul</a:t>
            </a:r>
            <a:r>
              <a:rPr lang="en-US" sz="2200"/>
              <a:t> </a:t>
            </a:r>
            <a:r>
              <a:rPr lang="en-US" sz="2200" err="1"/>
              <a:t>este</a:t>
            </a:r>
            <a:r>
              <a:rPr lang="en-US" sz="2200"/>
              <a:t> </a:t>
            </a:r>
            <a:r>
              <a:rPr lang="en-US" sz="2200" err="1"/>
              <a:t>bazat</a:t>
            </a:r>
            <a:r>
              <a:rPr lang="en-US" sz="2200"/>
              <a:t> pe </a:t>
            </a:r>
            <a:r>
              <a:rPr lang="en-US" sz="2200" err="1"/>
              <a:t>arhitectura</a:t>
            </a:r>
            <a:r>
              <a:rPr lang="en-US" sz="2200"/>
              <a:t> client-server </a:t>
            </a:r>
            <a:r>
              <a:rPr lang="en-US" sz="2200" err="1"/>
              <a:t>și</a:t>
            </a:r>
            <a:r>
              <a:rPr lang="en-US" sz="2200"/>
              <a:t> </a:t>
            </a:r>
            <a:r>
              <a:rPr lang="en-US" sz="2200" err="1"/>
              <a:t>este</a:t>
            </a:r>
            <a:r>
              <a:rPr lang="en-US" sz="2200"/>
              <a:t> </a:t>
            </a:r>
            <a:r>
              <a:rPr lang="en-US" sz="2200" err="1"/>
              <a:t>organizat</a:t>
            </a:r>
            <a:r>
              <a:rPr lang="en-US" sz="2200"/>
              <a:t> pe </a:t>
            </a:r>
            <a:r>
              <a:rPr lang="en-US" sz="2200" err="1"/>
              <a:t>trei</a:t>
            </a:r>
            <a:r>
              <a:rPr lang="en-US" sz="2200"/>
              <a:t> </a:t>
            </a:r>
            <a:r>
              <a:rPr lang="en-US" sz="2200" err="1"/>
              <a:t>niveluri</a:t>
            </a:r>
            <a:r>
              <a:rPr lang="en-US" sz="2200"/>
              <a:t>:</a:t>
            </a:r>
          </a:p>
          <a:p>
            <a:r>
              <a:rPr lang="en-US" sz="2200" err="1"/>
              <a:t>nivel</a:t>
            </a:r>
            <a:r>
              <a:rPr lang="en-US" sz="2200"/>
              <a:t> de </a:t>
            </a:r>
            <a:r>
              <a:rPr lang="en-US" sz="2200" err="1"/>
              <a:t>prezentare</a:t>
            </a:r>
            <a:r>
              <a:rPr lang="en-US" sz="2200"/>
              <a:t> (</a:t>
            </a:r>
            <a:r>
              <a:rPr lang="en-US" sz="2200" err="1"/>
              <a:t>interfața</a:t>
            </a:r>
            <a:r>
              <a:rPr lang="en-US" sz="2200"/>
              <a:t> </a:t>
            </a:r>
            <a:r>
              <a:rPr lang="en-US" sz="2200" err="1"/>
              <a:t>utilizator</a:t>
            </a:r>
            <a:r>
              <a:rPr lang="en-US" sz="2200"/>
              <a:t>) </a:t>
            </a:r>
          </a:p>
          <a:p>
            <a:r>
              <a:rPr lang="en-US" sz="2200" err="1"/>
              <a:t>nivel</a:t>
            </a:r>
            <a:r>
              <a:rPr lang="en-US" sz="2200"/>
              <a:t> de </a:t>
            </a:r>
            <a:r>
              <a:rPr lang="en-US" sz="2200" err="1"/>
              <a:t>logică</a:t>
            </a:r>
            <a:r>
              <a:rPr lang="en-US" sz="2200"/>
              <a:t> (</a:t>
            </a:r>
            <a:r>
              <a:rPr lang="en-US" sz="2200" err="1"/>
              <a:t>procesarea</a:t>
            </a:r>
            <a:r>
              <a:rPr lang="en-US" sz="2200"/>
              <a:t> </a:t>
            </a:r>
            <a:r>
              <a:rPr lang="en-US" sz="2200" err="1"/>
              <a:t>datelor</a:t>
            </a:r>
            <a:r>
              <a:rPr lang="en-US" sz="2200"/>
              <a:t>) </a:t>
            </a:r>
          </a:p>
          <a:p>
            <a:r>
              <a:rPr lang="en-US" sz="2200" err="1"/>
              <a:t>nivel</a:t>
            </a:r>
            <a:r>
              <a:rPr lang="en-US" sz="2200"/>
              <a:t> de date (</a:t>
            </a:r>
            <a:r>
              <a:rPr lang="en-US" sz="2200" err="1"/>
              <a:t>stocarea</a:t>
            </a:r>
            <a:r>
              <a:rPr lang="en-US" sz="2200"/>
              <a:t> </a:t>
            </a:r>
            <a:r>
              <a:rPr lang="en-US" sz="2200" err="1"/>
              <a:t>informațiilor</a:t>
            </a:r>
            <a:r>
              <a:rPr lang="en-US" sz="2200"/>
              <a:t>) </a:t>
            </a:r>
          </a:p>
          <a:p>
            <a:pPr marL="0" indent="0">
              <a:buNone/>
            </a:pPr>
            <a:r>
              <a:rPr lang="en-US" sz="2200" err="1"/>
              <a:t>Aplicația</a:t>
            </a:r>
            <a:r>
              <a:rPr lang="en-US" sz="2200"/>
              <a:t> </a:t>
            </a:r>
            <a:r>
              <a:rPr lang="en-US" sz="2200" err="1"/>
              <a:t>utilizează</a:t>
            </a:r>
            <a:r>
              <a:rPr lang="en-US" sz="2200"/>
              <a:t> </a:t>
            </a:r>
            <a:r>
              <a:rPr lang="en-US" sz="2200" err="1"/>
              <a:t>modelul</a:t>
            </a:r>
            <a:r>
              <a:rPr lang="en-US" sz="2200"/>
              <a:t> </a:t>
            </a:r>
            <a:r>
              <a:rPr lang="en-US" sz="2200" b="1"/>
              <a:t>Controller – Service – Repository</a:t>
            </a:r>
            <a:r>
              <a:rPr lang="en-US" sz="2200"/>
              <a:t>, care </a:t>
            </a:r>
            <a:r>
              <a:rPr lang="en-US" sz="2200" err="1"/>
              <a:t>asigură</a:t>
            </a:r>
            <a:r>
              <a:rPr lang="en-US" sz="2200"/>
              <a:t> o </a:t>
            </a:r>
            <a:r>
              <a:rPr lang="en-US" sz="2200" err="1"/>
              <a:t>structură</a:t>
            </a:r>
            <a:r>
              <a:rPr lang="en-US" sz="2200"/>
              <a:t> </a:t>
            </a:r>
            <a:r>
              <a:rPr lang="en-US" sz="2200" err="1"/>
              <a:t>modulară</a:t>
            </a:r>
            <a:r>
              <a:rPr lang="en-US" sz="2200"/>
              <a:t> </a:t>
            </a:r>
            <a:r>
              <a:rPr lang="en-US" sz="2200" err="1"/>
              <a:t>și</a:t>
            </a:r>
            <a:r>
              <a:rPr lang="en-US" sz="2200"/>
              <a:t> </a:t>
            </a:r>
            <a:r>
              <a:rPr lang="en-US" sz="2200" err="1"/>
              <a:t>ușor</a:t>
            </a:r>
            <a:r>
              <a:rPr lang="en-US" sz="2200"/>
              <a:t> de </a:t>
            </a:r>
            <a:r>
              <a:rPr lang="en-US" sz="2200" err="1"/>
              <a:t>întreținut</a:t>
            </a:r>
            <a:r>
              <a:rPr lang="en-US" sz="2200"/>
              <a:t>.</a:t>
            </a:r>
          </a:p>
          <a:p>
            <a:endParaRPr lang="en-US" sz="2200"/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AB06588F-C185-8490-F09F-24DA45D6A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12276"/>
            <a:ext cx="5361315" cy="28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6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58EEA-A87A-3B0A-5DC7-6526EEFBB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5820-D41B-3CB2-2A06-64B88B14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Scenarii</a:t>
            </a:r>
            <a:r>
              <a:rPr lang="en-US" dirty="0"/>
              <a:t> de </a:t>
            </a:r>
            <a:r>
              <a:rPr lang="en-US" dirty="0" err="1"/>
              <a:t>utilizare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9AF9F2-AD53-48D6-EBFA-EA3130F0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A0F5F97-480F-9C58-A493-3824F3863B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 err="1"/>
              <a:t>Administratorul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se </a:t>
            </a:r>
            <a:r>
              <a:rPr lang="en-US" sz="2400" dirty="0" err="1"/>
              <a:t>autentifică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adaugă</a:t>
            </a:r>
            <a:r>
              <a:rPr lang="en-US" sz="2400" dirty="0"/>
              <a:t> </a:t>
            </a:r>
            <a:r>
              <a:rPr lang="en-US" sz="2400" dirty="0" err="1"/>
              <a:t>produse</a:t>
            </a:r>
            <a:r>
              <a:rPr lang="en-US" sz="2400" dirty="0"/>
              <a:t> </a:t>
            </a:r>
            <a:r>
              <a:rPr lang="en-US" sz="2400" dirty="0" err="1"/>
              <a:t>noi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modifică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șterge</a:t>
            </a:r>
            <a:r>
              <a:rPr lang="en-US" sz="2400" dirty="0"/>
              <a:t> </a:t>
            </a:r>
            <a:r>
              <a:rPr lang="en-US" sz="2400" dirty="0" err="1"/>
              <a:t>produse</a:t>
            </a:r>
            <a:r>
              <a:rPr lang="en-US" sz="2400" dirty="0"/>
              <a:t> </a:t>
            </a:r>
            <a:r>
              <a:rPr lang="en-US" sz="2400" dirty="0" err="1"/>
              <a:t>existente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b="1" dirty="0" err="1"/>
              <a:t>Utilizatorul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vizualizează</a:t>
            </a:r>
            <a:r>
              <a:rPr lang="en-US" sz="2400" dirty="0"/>
              <a:t> </a:t>
            </a:r>
            <a:r>
              <a:rPr lang="en-US" sz="2400" dirty="0" err="1"/>
              <a:t>lista</a:t>
            </a:r>
            <a:r>
              <a:rPr lang="en-US" sz="2400" dirty="0"/>
              <a:t> </a:t>
            </a:r>
            <a:r>
              <a:rPr lang="en-US" sz="2400" dirty="0" err="1"/>
              <a:t>produselor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accesează</a:t>
            </a:r>
            <a:r>
              <a:rPr lang="en-US" sz="2400" dirty="0"/>
              <a:t> </a:t>
            </a:r>
            <a:r>
              <a:rPr lang="en-US" sz="2400" dirty="0" err="1"/>
              <a:t>detalii</a:t>
            </a:r>
            <a:r>
              <a:rPr lang="en-US" sz="2400" dirty="0"/>
              <a:t> </a:t>
            </a:r>
            <a:r>
              <a:rPr lang="en-US" sz="2400" dirty="0" err="1"/>
              <a:t>despre</a:t>
            </a:r>
            <a:r>
              <a:rPr lang="en-US" sz="2400" dirty="0"/>
              <a:t> </a:t>
            </a:r>
            <a:r>
              <a:rPr lang="en-US" sz="2400" dirty="0" err="1"/>
              <a:t>produse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b="1" dirty="0" err="1"/>
              <a:t>Sistemul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validează</a:t>
            </a:r>
            <a:r>
              <a:rPr lang="en-US" sz="2400" dirty="0"/>
              <a:t> </a:t>
            </a:r>
            <a:r>
              <a:rPr lang="en-US" sz="2400" dirty="0" err="1"/>
              <a:t>datele</a:t>
            </a:r>
            <a:r>
              <a:rPr lang="en-US" sz="2400" dirty="0"/>
              <a:t> </a:t>
            </a:r>
            <a:r>
              <a:rPr lang="en-US" sz="2400" dirty="0" err="1"/>
              <a:t>introduse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gestionează</a:t>
            </a:r>
            <a:r>
              <a:rPr lang="en-US" sz="2400" dirty="0"/>
              <a:t> </a:t>
            </a:r>
            <a:r>
              <a:rPr lang="en-US" sz="2400" dirty="0" err="1"/>
              <a:t>operațiile</a:t>
            </a:r>
            <a:r>
              <a:rPr lang="en-US" sz="2400" dirty="0"/>
              <a:t> </a:t>
            </a:r>
            <a:r>
              <a:rPr lang="en-US" sz="2400" dirty="0" err="1"/>
              <a:t>asupra</a:t>
            </a:r>
            <a:r>
              <a:rPr lang="en-US" sz="2400" dirty="0"/>
              <a:t> </a:t>
            </a:r>
            <a:r>
              <a:rPr lang="en-US" sz="2400" dirty="0" err="1"/>
              <a:t>bazei</a:t>
            </a:r>
            <a:r>
              <a:rPr lang="en-US" sz="2400" dirty="0"/>
              <a:t> de date </a:t>
            </a:r>
          </a:p>
          <a:p>
            <a:r>
              <a:rPr lang="en-US" sz="2400" dirty="0" err="1"/>
              <a:t>Aceste</a:t>
            </a:r>
            <a:r>
              <a:rPr lang="en-US" sz="2400" dirty="0"/>
              <a:t> </a:t>
            </a:r>
            <a:r>
              <a:rPr lang="en-US" sz="2400" dirty="0" err="1"/>
              <a:t>scenarii</a:t>
            </a:r>
            <a:r>
              <a:rPr lang="en-US" sz="2400" dirty="0"/>
              <a:t> </a:t>
            </a:r>
            <a:r>
              <a:rPr lang="en-US" sz="2400" dirty="0" err="1"/>
              <a:t>reflectă</a:t>
            </a:r>
            <a:r>
              <a:rPr lang="en-US" sz="2400" dirty="0"/>
              <a:t> </a:t>
            </a:r>
            <a:r>
              <a:rPr lang="en-US" sz="2400" dirty="0" err="1"/>
              <a:t>fluxurile</a:t>
            </a:r>
            <a:r>
              <a:rPr lang="en-US" sz="2400" dirty="0"/>
              <a:t> </a:t>
            </a:r>
            <a:r>
              <a:rPr lang="en-US" sz="2400" dirty="0" err="1"/>
              <a:t>principale</a:t>
            </a:r>
            <a:r>
              <a:rPr lang="en-US" sz="2400" dirty="0"/>
              <a:t> ale </a:t>
            </a:r>
            <a:r>
              <a:rPr lang="en-US" sz="2400" dirty="0" err="1"/>
              <a:t>aplicației</a:t>
            </a:r>
            <a:r>
              <a:rPr lang="en-US" sz="2400" dirty="0"/>
              <a:t>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67590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75D8A32-7083-3CA9-8D91-3C22C864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Demo </a:t>
            </a:r>
            <a:r>
              <a:rPr lang="en-US" b="1" dirty="0" err="1"/>
              <a:t>aplicație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60A7A93F-CA03-468F-B885-CEB9B105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F4FAA498-4442-2B64-AFAC-4C893B402DA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5162549" cy="3697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err="1"/>
              <a:t>Aplicația</a:t>
            </a:r>
            <a:r>
              <a:rPr lang="en-US" sz="2400"/>
              <a:t> include:</a:t>
            </a:r>
          </a:p>
          <a:p>
            <a:r>
              <a:rPr lang="en-US" sz="2400" err="1"/>
              <a:t>pagină</a:t>
            </a:r>
            <a:r>
              <a:rPr lang="en-US" sz="2400"/>
              <a:t> de </a:t>
            </a:r>
            <a:r>
              <a:rPr lang="en-US" sz="2400" err="1"/>
              <a:t>autentificare</a:t>
            </a:r>
            <a:r>
              <a:rPr lang="en-US" sz="2400"/>
              <a:t> </a:t>
            </a:r>
            <a:r>
              <a:rPr lang="en-US" sz="2400" err="1"/>
              <a:t>pentru</a:t>
            </a:r>
            <a:r>
              <a:rPr lang="en-US" sz="2400"/>
              <a:t> </a:t>
            </a:r>
            <a:r>
              <a:rPr lang="en-US" sz="2400" err="1"/>
              <a:t>acces</a:t>
            </a:r>
            <a:r>
              <a:rPr lang="en-US" sz="2400"/>
              <a:t> </a:t>
            </a:r>
            <a:r>
              <a:rPr lang="en-US" sz="2400" err="1"/>
              <a:t>securizat</a:t>
            </a:r>
            <a:r>
              <a:rPr lang="en-US" sz="2400"/>
              <a:t> </a:t>
            </a:r>
          </a:p>
          <a:p>
            <a:r>
              <a:rPr lang="en-US" sz="2400"/>
              <a:t>dashboard </a:t>
            </a:r>
            <a:r>
              <a:rPr lang="en-US" sz="2400" err="1"/>
              <a:t>pentru</a:t>
            </a:r>
            <a:r>
              <a:rPr lang="en-US" sz="2400"/>
              <a:t> </a:t>
            </a:r>
            <a:r>
              <a:rPr lang="en-US" sz="2400" err="1"/>
              <a:t>administrare</a:t>
            </a:r>
            <a:r>
              <a:rPr lang="en-US" sz="2400"/>
              <a:t> </a:t>
            </a:r>
          </a:p>
          <a:p>
            <a:r>
              <a:rPr lang="en-US" sz="2400" err="1"/>
              <a:t>listă</a:t>
            </a:r>
            <a:r>
              <a:rPr lang="en-US" sz="2400"/>
              <a:t> </a:t>
            </a:r>
            <a:r>
              <a:rPr lang="en-US" sz="2400" err="1"/>
              <a:t>produse</a:t>
            </a:r>
            <a:r>
              <a:rPr lang="en-US" sz="2400"/>
              <a:t> </a:t>
            </a:r>
            <a:r>
              <a:rPr lang="en-US" sz="2400" err="1"/>
              <a:t>organizată</a:t>
            </a:r>
            <a:r>
              <a:rPr lang="en-US" sz="2400"/>
              <a:t> </a:t>
            </a:r>
            <a:r>
              <a:rPr lang="en-US" sz="2400" err="1"/>
              <a:t>în</a:t>
            </a:r>
            <a:r>
              <a:rPr lang="en-US" sz="2400"/>
              <a:t> </a:t>
            </a:r>
            <a:r>
              <a:rPr lang="en-US" sz="2400" err="1"/>
              <a:t>tabel</a:t>
            </a:r>
            <a:r>
              <a:rPr lang="en-US" sz="2400"/>
              <a:t> </a:t>
            </a:r>
          </a:p>
          <a:p>
            <a:r>
              <a:rPr lang="en-US" sz="2400" err="1"/>
              <a:t>formulare</a:t>
            </a:r>
            <a:r>
              <a:rPr lang="en-US" sz="2400"/>
              <a:t> </a:t>
            </a:r>
            <a:r>
              <a:rPr lang="en-US" sz="2400" err="1"/>
              <a:t>pentru</a:t>
            </a:r>
            <a:r>
              <a:rPr lang="en-US" sz="2400"/>
              <a:t> </a:t>
            </a:r>
            <a:r>
              <a:rPr lang="en-US" sz="2400" err="1"/>
              <a:t>adăugare</a:t>
            </a:r>
            <a:r>
              <a:rPr lang="en-US" sz="2400"/>
              <a:t> </a:t>
            </a:r>
            <a:r>
              <a:rPr lang="en-US" sz="2400" err="1"/>
              <a:t>și</a:t>
            </a:r>
            <a:r>
              <a:rPr lang="en-US" sz="2400"/>
              <a:t> </a:t>
            </a:r>
            <a:r>
              <a:rPr lang="en-US" sz="2400" err="1"/>
              <a:t>editare</a:t>
            </a:r>
            <a:r>
              <a:rPr lang="en-US" sz="2400"/>
              <a:t> </a:t>
            </a:r>
          </a:p>
          <a:p>
            <a:pPr marL="0" indent="0">
              <a:buNone/>
            </a:pPr>
            <a:r>
              <a:rPr lang="en-US" sz="2400" err="1"/>
              <a:t>Interfața</a:t>
            </a:r>
            <a:r>
              <a:rPr lang="en-US" sz="2400"/>
              <a:t> </a:t>
            </a:r>
            <a:r>
              <a:rPr lang="en-US" sz="2400" err="1"/>
              <a:t>este</a:t>
            </a:r>
            <a:r>
              <a:rPr lang="en-US" sz="2400"/>
              <a:t> </a:t>
            </a:r>
            <a:r>
              <a:rPr lang="en-US" sz="2400" err="1"/>
              <a:t>concepută</a:t>
            </a:r>
            <a:r>
              <a:rPr lang="en-US" sz="2400"/>
              <a:t> </a:t>
            </a:r>
            <a:r>
              <a:rPr lang="en-US" sz="2400" err="1"/>
              <a:t>pentru</a:t>
            </a:r>
            <a:r>
              <a:rPr lang="en-US" sz="2400"/>
              <a:t> a fi </a:t>
            </a:r>
            <a:r>
              <a:rPr lang="en-US" sz="2400" err="1"/>
              <a:t>intuitivă</a:t>
            </a:r>
            <a:r>
              <a:rPr lang="en-US" sz="2400"/>
              <a:t> </a:t>
            </a:r>
            <a:r>
              <a:rPr lang="en-US" sz="2400" err="1"/>
              <a:t>și</a:t>
            </a:r>
            <a:r>
              <a:rPr lang="en-US" sz="2400"/>
              <a:t> </a:t>
            </a:r>
            <a:r>
              <a:rPr lang="en-US" sz="2400" err="1"/>
              <a:t>ușor</a:t>
            </a:r>
            <a:r>
              <a:rPr lang="en-US" sz="2400"/>
              <a:t> de </a:t>
            </a:r>
            <a:r>
              <a:rPr lang="en-US" sz="2400" err="1"/>
              <a:t>utilizat</a:t>
            </a:r>
            <a:r>
              <a:rPr lang="en-US" sz="2400"/>
              <a:t>.</a:t>
            </a:r>
          </a:p>
          <a:p>
            <a:endParaRPr lang="en-US" sz="2400"/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1749FE4C-AF97-48A6-330C-5C2B08E985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00" b="3"/>
          <a:stretch>
            <a:fillRect/>
          </a:stretch>
        </p:blipFill>
        <p:spPr>
          <a:xfrm>
            <a:off x="6191251" y="1580355"/>
            <a:ext cx="5328087" cy="42537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5918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D89452B-0891-0096-A02F-E98791EB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/>
          <a:p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F1960DF3-D2A7-AEB0-48AC-41BBFAF68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429000"/>
            <a:ext cx="5111750" cy="2067910"/>
          </a:xfrm>
        </p:spPr>
        <p:txBody>
          <a:bodyPr anchor="b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 err="1"/>
              <a:t>Aplicația</a:t>
            </a:r>
            <a:r>
              <a:rPr lang="en-US" sz="1600" dirty="0"/>
              <a:t> </a:t>
            </a:r>
            <a:r>
              <a:rPr lang="en-US" sz="1600" dirty="0" err="1"/>
              <a:t>dezvoltată</a:t>
            </a:r>
            <a:r>
              <a:rPr lang="en-US" sz="1600" dirty="0"/>
              <a:t> </a:t>
            </a:r>
            <a:r>
              <a:rPr lang="en-US" sz="1600" dirty="0" err="1"/>
              <a:t>oferă</a:t>
            </a:r>
            <a:r>
              <a:rPr lang="en-US" sz="1600" dirty="0"/>
              <a:t> o </a:t>
            </a:r>
            <a:r>
              <a:rPr lang="en-US" sz="1600" dirty="0" err="1"/>
              <a:t>soluție</a:t>
            </a:r>
            <a:r>
              <a:rPr lang="en-US" sz="1600" dirty="0"/>
              <a:t> </a:t>
            </a:r>
            <a:r>
              <a:rPr lang="en-US" sz="1600" dirty="0" err="1"/>
              <a:t>eficientă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gestionarea</a:t>
            </a:r>
            <a:r>
              <a:rPr lang="en-US" sz="1600" dirty="0"/>
              <a:t> </a:t>
            </a:r>
            <a:r>
              <a:rPr lang="en-US" sz="1600" dirty="0" err="1"/>
              <a:t>produselor</a:t>
            </a:r>
            <a:r>
              <a:rPr lang="en-US" sz="1600" dirty="0"/>
              <a:t> </a:t>
            </a:r>
            <a:r>
              <a:rPr lang="en-US" sz="1600" dirty="0" err="1"/>
              <a:t>dintr</a:t>
            </a:r>
            <a:r>
              <a:rPr lang="en-US" sz="1600" dirty="0"/>
              <a:t>-un </a:t>
            </a:r>
            <a:r>
              <a:rPr lang="en-US" sz="1600" dirty="0" err="1"/>
              <a:t>magazin</a:t>
            </a:r>
            <a:r>
              <a:rPr lang="en-US" sz="1600" dirty="0"/>
              <a:t> online.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 err="1"/>
              <a:t>Aceasta</a:t>
            </a:r>
            <a:r>
              <a:rPr lang="en-US" sz="1600" dirty="0"/>
              <a:t> </a:t>
            </a:r>
            <a:r>
              <a:rPr lang="en-US" sz="1600" dirty="0" err="1"/>
              <a:t>permite</a:t>
            </a:r>
            <a:r>
              <a:rPr lang="en-US" sz="1600" dirty="0"/>
              <a:t> </a:t>
            </a:r>
            <a:r>
              <a:rPr lang="en-US" sz="1600" dirty="0" err="1"/>
              <a:t>organizarea</a:t>
            </a:r>
            <a:r>
              <a:rPr lang="en-US" sz="1600" dirty="0"/>
              <a:t> </a:t>
            </a:r>
            <a:r>
              <a:rPr lang="en-US" sz="1600" dirty="0" err="1"/>
              <a:t>datelor</a:t>
            </a:r>
            <a:r>
              <a:rPr lang="en-US" sz="1600" dirty="0"/>
              <a:t>, </a:t>
            </a:r>
            <a:r>
              <a:rPr lang="en-US" sz="1600" dirty="0" err="1"/>
              <a:t>automatizarea</a:t>
            </a:r>
            <a:r>
              <a:rPr lang="en-US" sz="1600" dirty="0"/>
              <a:t> </a:t>
            </a:r>
            <a:r>
              <a:rPr lang="en-US" sz="1600" dirty="0" err="1"/>
              <a:t>proceselor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îmbunătățirea</a:t>
            </a:r>
            <a:r>
              <a:rPr lang="en-US" sz="1600" dirty="0"/>
              <a:t> </a:t>
            </a:r>
            <a:r>
              <a:rPr lang="en-US" sz="1600" dirty="0" err="1"/>
              <a:t>fluxului</a:t>
            </a:r>
            <a:r>
              <a:rPr lang="en-US" sz="1600" dirty="0"/>
              <a:t> de </a:t>
            </a:r>
            <a:r>
              <a:rPr lang="en-US" sz="1600" dirty="0" err="1"/>
              <a:t>lucru</a:t>
            </a:r>
            <a:r>
              <a:rPr lang="en-US" sz="16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 err="1"/>
              <a:t>Structura</a:t>
            </a:r>
            <a:r>
              <a:rPr lang="en-US" sz="1600" dirty="0"/>
              <a:t> </a:t>
            </a:r>
            <a:r>
              <a:rPr lang="en-US" sz="1600" dirty="0" err="1"/>
              <a:t>modulară</a:t>
            </a:r>
            <a:r>
              <a:rPr lang="en-US" sz="1600" dirty="0"/>
              <a:t> a </a:t>
            </a:r>
            <a:r>
              <a:rPr lang="en-US" sz="1600" dirty="0" err="1"/>
              <a:t>sistemului</a:t>
            </a:r>
            <a:r>
              <a:rPr lang="en-US" sz="1600" dirty="0"/>
              <a:t> </a:t>
            </a:r>
            <a:r>
              <a:rPr lang="en-US" sz="1600" dirty="0" err="1"/>
              <a:t>permite</a:t>
            </a:r>
            <a:r>
              <a:rPr lang="en-US" sz="1600" dirty="0"/>
              <a:t> </a:t>
            </a:r>
            <a:r>
              <a:rPr lang="en-US" sz="1600" dirty="0" err="1"/>
              <a:t>extinderea</a:t>
            </a:r>
            <a:r>
              <a:rPr lang="en-US" sz="1600" dirty="0"/>
              <a:t> </a:t>
            </a:r>
            <a:r>
              <a:rPr lang="en-US" sz="1600" dirty="0" err="1"/>
              <a:t>ulterioară</a:t>
            </a:r>
            <a:r>
              <a:rPr lang="en-US" sz="1600" dirty="0"/>
              <a:t> cu </a:t>
            </a:r>
            <a:r>
              <a:rPr lang="en-US" sz="1600" dirty="0" err="1"/>
              <a:t>noi</a:t>
            </a:r>
            <a:r>
              <a:rPr lang="en-US" sz="1600" dirty="0"/>
              <a:t> </a:t>
            </a:r>
            <a:r>
              <a:rPr lang="en-US" sz="1600" dirty="0" err="1"/>
              <a:t>funcționalități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0A418411-DD6F-28E3-5FCE-86F0E9858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413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15BD5E4-B60D-8510-3A72-28C24D76B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/>
          <a:p>
            <a:r>
              <a:rPr lang="en-US" dirty="0" err="1"/>
              <a:t>Dezvoltări</a:t>
            </a:r>
            <a:r>
              <a:rPr lang="en-US" dirty="0"/>
              <a:t> </a:t>
            </a:r>
            <a:r>
              <a:rPr lang="en-US" dirty="0" err="1"/>
              <a:t>viitoare</a:t>
            </a:r>
            <a:endParaRPr lang="en-US" dirty="0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DF51982-795B-A673-6D08-DE96C616C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extins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: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de </a:t>
            </a:r>
            <a:r>
              <a:rPr lang="en-US" dirty="0" err="1"/>
              <a:t>gestionare</a:t>
            </a:r>
            <a:r>
              <a:rPr lang="en-US" dirty="0"/>
              <a:t> a </a:t>
            </a:r>
            <a:r>
              <a:rPr lang="en-US" dirty="0" err="1"/>
              <a:t>comenzilor</a:t>
            </a:r>
            <a:r>
              <a:rPr lang="en-US" dirty="0"/>
              <a:t>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adăugarea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/>
              <a:t>utilizatori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roluri</a:t>
            </a:r>
            <a:r>
              <a:rPr lang="en-US" dirty="0"/>
              <a:t>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aplicații</a:t>
            </a:r>
            <a:r>
              <a:rPr lang="en-US" dirty="0"/>
              <a:t> mobile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integrarea</a:t>
            </a:r>
            <a:r>
              <a:rPr lang="en-US" dirty="0"/>
              <a:t> </a:t>
            </a:r>
            <a:r>
              <a:rPr lang="en-US" dirty="0" err="1"/>
              <a:t>plăților</a:t>
            </a:r>
            <a:r>
              <a:rPr lang="en-US" dirty="0"/>
              <a:t> online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notificărilor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FFEE79B3-AA4F-4DB2-7B56-E46A0C3F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15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E7BC38D-C6CE-4F6F-1A67-75A36A211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7903" y="1647267"/>
            <a:ext cx="8513379" cy="2378195"/>
          </a:xfrm>
        </p:spPr>
        <p:txBody>
          <a:bodyPr anchor="b">
            <a:norm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Mulțumesc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atenție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474C4BE-0DA3-8A86-462F-8AE3B5A3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5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11D6827-9917-47D7-B219-431590A90A16}">
  <we:reference id="WA200005566" version="3.0.0.2" store="Omex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{955B3B82-6CB6-4498-A3B5-EFC0655632A1}TF1ed81438-95a7-4ae9-841d-43ea2c64f7fc8ae7ff09_win32-aa52a5bb69e3</Template>
  <TotalTime>24</TotalTime>
  <Words>482</Words>
  <Application>Microsoft Office PowerPoint</Application>
  <PresentationFormat>Ecran lat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Tenorite</vt:lpstr>
      <vt:lpstr>Monoline</vt:lpstr>
      <vt:lpstr>Sistem de gestionare a produselor pentru magazin online</vt:lpstr>
      <vt:lpstr>Cuprins</vt:lpstr>
      <vt:lpstr>Introducere</vt:lpstr>
      <vt:lpstr>Soluții existente și noutate</vt:lpstr>
      <vt:lpstr>Tehnologii utilizate</vt:lpstr>
      <vt:lpstr>Funcționalități principale</vt:lpstr>
      <vt:lpstr>Arhitectura sistemului</vt:lpstr>
      <vt:lpstr>Scenarii de utilizare</vt:lpstr>
      <vt:lpstr>Demo aplicație </vt:lpstr>
      <vt:lpstr>Concluzii</vt:lpstr>
      <vt:lpstr>Dezvoltări viitoare</vt:lpstr>
      <vt:lpstr>Mulțumesc pentru atenție!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Cristescu, Robert-Alexandru</dc:creator>
  <cp:lastModifiedBy>Cristescu, Robert-Alexandru</cp:lastModifiedBy>
  <cp:revision>1</cp:revision>
  <dcterms:created xsi:type="dcterms:W3CDTF">2026-04-27T20:39:41Z</dcterms:created>
  <dcterms:modified xsi:type="dcterms:W3CDTF">2026-04-27T21:04:41Z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